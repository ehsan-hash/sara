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565BE-375F-449F-B39F-EBDBEA3D9A0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7C52D-5F84-4B5B-9109-1DA926B6A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6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to order seeds in February.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7C52D-5F84-4B5B-9109-1DA926B6AD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4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D607-B8A5-15D7-DCED-D0DFE4524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9663C-F711-110F-596A-FD77D0E0C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368B-59DF-F1FD-429A-A0A9EC85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63D63-CA57-9BBE-A05B-15D42242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6653-4485-0025-E39F-F93A7D84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6C1F-77EC-1241-1381-9A1B97FE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9242-0044-EA95-370F-87320D759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40B3B-F36B-4CA5-3829-7B121C53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CE8F-4A91-C7C0-B6C2-203EFEC4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C0310-9A09-E3FE-EC7B-31FE7E2A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6688-B9E8-3793-481E-CC4C7230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005EC-F827-7302-2A7A-E5F67B793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DEF2-D962-089B-6F44-6A81C8CD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DF134-53C0-EEF7-B5B6-2844F082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403E2-81DC-AD81-08B6-DEF8DF6B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0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8459-34DB-B57E-6CB3-8CA03596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51D5-E63C-347D-E8AB-7BE931B2B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9A957-32F1-33FE-B3C5-1292EAF6B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42486-1462-0DC1-0D72-EDCCB347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26F8-E9BF-A0B1-CD0C-FE2DC611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A6F0C-DF12-F3FA-1F3E-E1D8D2DE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3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6356-555A-15D6-79CF-E1499244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2CB75-AAF3-104A-9E7F-D27479839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450A8-DA91-F762-3A87-BA3A62A35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C7238-AECA-9D67-DCB5-4B5181407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888FF-3C66-F1BA-A027-563564B37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D6CD0-4281-0BD4-145D-00FC9FA4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8EB1B-C362-57BD-80AC-F29E7198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93E04-D948-F78B-0F97-E3CCD7FF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9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69D2-B359-699E-30C0-22ED35C6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70BC4-482E-A29F-ED55-396F8BD6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BF9FE-1DC2-6389-D058-71275EDE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87036-E964-DADC-1E13-FD85C750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0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C2444-ABFC-B1F3-E850-A21B878A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25A994-4EEF-4854-8601-F732EE09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1DA7-E0B3-8F28-8E6F-AB39C1EC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5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7EC8-0C6D-219F-F1E9-947AEC75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9B04-96E9-7D0C-F984-D0BFF0470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4FDA5-EBF6-B217-8D64-414AAEDFA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7E492-78C9-FE2D-460A-A0E7D408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EEAAF-949C-9DDC-4137-F363AF91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50E08-B064-C855-2919-440C3996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9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ACDE-3B89-9832-F729-6F40FAE7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15D4C-BDD4-BEA4-F5F8-7372C6FB50E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21B79-669C-80E2-20C1-B8DAC2E0F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646ED-720F-2122-8D69-3BFD672B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78021-C80C-31A5-0385-63E86F62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693AF-18CD-724A-0ADA-B077DCF4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8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05FE-0015-FDFD-48A3-54481E63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8B4BF-5EBA-2F79-F883-9F21A5B31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CC33-5C47-F97E-355E-4AE40D53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EB1-6926-ED72-7295-BD64D4FC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9D8C-15A0-5FC8-EE9C-4500727E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31541-9E02-8897-5743-0ED269AFE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E3ABF-ED22-047F-9009-AF8AF11A3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1ABCC-0948-56CA-3A99-70E5A026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0A800-BD13-4D7A-443A-175F69D3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524EF-E77A-9259-4317-9A511F51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18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3CE2-2E1D-5551-ABB7-793E328B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69F20-4A73-C649-FA27-01AB59EA5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2B1B-F82D-C1FB-E4A8-B3D7035E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D4C8-BE03-9646-C69F-A06F934D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698C2-39A2-4258-C644-870577B1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0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5B4A7-24F4-C96D-BDA3-E22E9F5C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E0714-F630-169D-2126-6EBB07226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FE0F4-0EE0-58E4-01F5-0D9E5BD4B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97246-844C-4050-BF26-BC18A53356C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7F7E2-16C1-8232-B70B-190D40FA3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E5B1-D57C-21C8-AFAE-4B707AF36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B2C2E-C3DC-4B36-A1A5-1CF8620E2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531C-CFF3-3FC4-4D29-8D612D2D8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Garden plan 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CE1F5-5C83-A099-96E0-4033D3F6FB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Spring and summer</a:t>
            </a:r>
          </a:p>
        </p:txBody>
      </p:sp>
    </p:spTree>
    <p:extLst>
      <p:ext uri="{BB962C8B-B14F-4D97-AF65-F5344CB8AC3E}">
        <p14:creationId xmlns:p14="http://schemas.microsoft.com/office/powerpoint/2010/main" val="395704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1CED-F983-9A46-C196-7F8D7008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Vegetables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95A3E-4B28-B2A5-4BF7-7FDD2330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Tomatoes in the south bed</a:t>
            </a:r>
          </a:p>
          <a:p>
            <a:r>
              <a:rPr lang="en-US"/>
              <a:t>Courgettes by the fence</a:t>
            </a:r>
          </a:p>
          <a:p>
            <a:r>
              <a:rPr lang="en-US"/>
              <a:t>Plant after the last frost (mid April)</a:t>
            </a:r>
          </a:p>
        </p:txBody>
      </p:sp>
    </p:spTree>
    <p:extLst>
      <p:ext uri="{BB962C8B-B14F-4D97-AF65-F5344CB8AC3E}">
        <p14:creationId xmlns:p14="http://schemas.microsoft.com/office/powerpoint/2010/main" val="288458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Garden plan 2027</vt:lpstr>
      <vt:lpstr>Vegetables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tests</dc:creator>
  <cp:lastModifiedBy>Sara tests</cp:lastModifiedBy>
  <cp:revision>1</cp:revision>
  <dcterms:created xsi:type="dcterms:W3CDTF">2026-10-26T23:56:01Z</dcterms:created>
  <dcterms:modified xsi:type="dcterms:W3CDTF">2026-10-26T23:56:01Z</dcterms:modified>
</cp:coreProperties>
</file>